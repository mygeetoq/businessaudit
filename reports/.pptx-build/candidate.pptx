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2595bb1c64484d" /><Relationship Type="http://schemas.openxmlformats.org/officeDocument/2006/relationships/extended-properties" Target="/docProps/app.xml" Id="R8b97f3ab86414a6e" /><Relationship Type="http://schemas.openxmlformats.org/officeDocument/2006/relationships/officeDocument" Target="/ppt/presentation.xml" Id="R30c55a8e31ae45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29f43affa546ca"/>
  </p:sldMasterIdLst>
  <p:notesMasterIdLst>
    <p:notesMasterId xmlns:r="http://schemas.openxmlformats.org/officeDocument/2006/relationships" r:id="Ra01e3ab79ef447ea"/>
  </p:notesMasterIdLst>
  <p:sldIdLst>
    <p:sldId xmlns:r="http://schemas.openxmlformats.org/officeDocument/2006/relationships" id="256" r:id="Rb87ed9c9b95d4596"/>
    <p:sldId xmlns:r="http://schemas.openxmlformats.org/officeDocument/2006/relationships" id="257" r:id="R9d8aeb0948344648"/>
    <p:sldId xmlns:r="http://schemas.openxmlformats.org/officeDocument/2006/relationships" id="258" r:id="R6feae282091848b8"/>
    <p:sldId xmlns:r="http://schemas.openxmlformats.org/officeDocument/2006/relationships" id="259" r:id="R191ad7e03d254716"/>
    <p:sldId xmlns:r="http://schemas.openxmlformats.org/officeDocument/2006/relationships" id="260" r:id="Rd5cbdef0956844c5"/>
    <p:sldId xmlns:r="http://schemas.openxmlformats.org/officeDocument/2006/relationships" id="261" r:id="Rbce87d5f4b204f46"/>
    <p:sldId xmlns:r="http://schemas.openxmlformats.org/officeDocument/2006/relationships" id="262" r:id="R4b5a9dab614345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e99a5ba3b544da" /><Relationship Type="http://schemas.openxmlformats.org/officeDocument/2006/relationships/slideMaster" Target="/ppt/slideMasters/slideMaster1.xml" Id="R7f29f43affa546ca" /><Relationship Type="http://schemas.openxmlformats.org/officeDocument/2006/relationships/notesMaster" Target="/ppt/notesMasters/notesMaster1.xml" Id="Ra01e3ab79ef447ea" /><Relationship Type="http://schemas.openxmlformats.org/officeDocument/2006/relationships/presProps" Target="/ppt/presProps.xml" Id="Rb37abeda23014f2a" /><Relationship Type="http://schemas.openxmlformats.org/officeDocument/2006/relationships/tableStyles" Target="/ppt/tableStyles.xml" Id="R25549c75fb2d4237" /><Relationship Type="http://schemas.openxmlformats.org/officeDocument/2006/relationships/slide" Target="/ppt/slides/slide1.xml" Id="Rb87ed9c9b95d4596" /><Relationship Type="http://schemas.openxmlformats.org/officeDocument/2006/relationships/slide" Target="/ppt/slides/slide2.xml" Id="R9d8aeb0948344648" /><Relationship Type="http://schemas.openxmlformats.org/officeDocument/2006/relationships/slide" Target="/ppt/slides/slide3.xml" Id="R6feae282091848b8" /><Relationship Type="http://schemas.openxmlformats.org/officeDocument/2006/relationships/slide" Target="/ppt/slides/slide4.xml" Id="R191ad7e03d254716" /><Relationship Type="http://schemas.openxmlformats.org/officeDocument/2006/relationships/slide" Target="/ppt/slides/slide5.xml" Id="Rd5cbdef0956844c5" /><Relationship Type="http://schemas.openxmlformats.org/officeDocument/2006/relationships/slide" Target="/ppt/slides/slide6.xml" Id="Rbce87d5f4b204f46" /><Relationship Type="http://schemas.openxmlformats.org/officeDocument/2006/relationships/slide" Target="/ppt/slides/slide7.xml" Id="R4b5a9dab6143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14a504c57840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3ca7bdd50f4be7" /><Relationship Type="http://schemas.openxmlformats.org/officeDocument/2006/relationships/notesMaster" Target="/ppt/notesMasters/notesMaster1.xml" Id="Ra3a77a64697b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3c5aa5f9d44129" /><Relationship Type="http://schemas.openxmlformats.org/officeDocument/2006/relationships/notesMaster" Target="/ppt/notesMasters/notesMaster1.xml" Id="R4a5a81d33e9e4c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35cf0856a540bb" /><Relationship Type="http://schemas.openxmlformats.org/officeDocument/2006/relationships/notesMaster" Target="/ppt/notesMasters/notesMaster1.xml" Id="R5448b78ac7b244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1f9d94cddb4e20" /><Relationship Type="http://schemas.openxmlformats.org/officeDocument/2006/relationships/notesMaster" Target="/ppt/notesMasters/notesMaster1.xml" Id="Re22f2b5454d746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fa7a30eeec4c6b" /><Relationship Type="http://schemas.openxmlformats.org/officeDocument/2006/relationships/notesMaster" Target="/ppt/notesMasters/notesMaster1.xml" Id="R16535255c84846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eddfdc13e54d32" /><Relationship Type="http://schemas.openxmlformats.org/officeDocument/2006/relationships/notesMaster" Target="/ppt/notesMasters/notesMaster1.xml" Id="Rae7fc7160f6444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e3d025d4b1457a" /><Relationship Type="http://schemas.openxmlformats.org/officeDocument/2006/relationships/notesMaster" Target="/ppt/notesMasters/notesMaster1.xml" Id="R70cad418b72f40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локальный проект Бизнес.Пульс и скриншот приложения от 07.10.2026.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Оба снимка получены с локального стенда 07.10.2026.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AI-советы требуют проверки человеком; снимки сделаны 07.10.2026.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e07ee16054f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4698de897e450e" /><Relationship Type="http://schemas.openxmlformats.org/officeDocument/2006/relationships/slideLayout" Target="/ppt/slideLayouts/slideLayout1.xml" Id="Re53829ddc7cc49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3829ddc7cc49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89f917bfd46ea" /><Relationship Type="http://schemas.openxmlformats.org/officeDocument/2006/relationships/image" Target="/ppt/media/image.png" Id="R770449b901024295" /><Relationship Type="http://schemas.openxmlformats.org/officeDocument/2006/relationships/notesSlide" Target="/ppt/notesSlides/notesSlide1.xml" Id="R9124afc1c8944b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9a2b5c8544bfb" /><Relationship Type="http://schemas.openxmlformats.org/officeDocument/2006/relationships/notesSlide" Target="/ppt/notesSlides/notesSlide2.xml" Id="R1107f16238c640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cc78653b34c49" /><Relationship Type="http://schemas.openxmlformats.org/officeDocument/2006/relationships/notesSlide" Target="/ppt/notesSlides/notesSlide3.xml" Id="R196e6ed1acd64c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5769bf4d842b8" /><Relationship Type="http://schemas.openxmlformats.org/officeDocument/2006/relationships/image" Target="/ppt/media/image2.png" Id="R2a269a0e4c4e4c28" /><Relationship Type="http://schemas.openxmlformats.org/officeDocument/2006/relationships/image" Target="/ppt/media/image3.png" Id="R36e82b20fd4d4558" /><Relationship Type="http://schemas.openxmlformats.org/officeDocument/2006/relationships/notesSlide" Target="/ppt/notesSlides/notesSlide4.xml" Id="R602cc9f7c63847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389653be74319" /><Relationship Type="http://schemas.openxmlformats.org/officeDocument/2006/relationships/image" Target="/ppt/media/image4.png" Id="Rb6d3dcbda68f4f28" /><Relationship Type="http://schemas.openxmlformats.org/officeDocument/2006/relationships/image" Target="/ppt/media/image5.png" Id="R762f9f2e909f4cbb" /><Relationship Type="http://schemas.openxmlformats.org/officeDocument/2006/relationships/notesSlide" Target="/ppt/notesSlides/notesSlide5.xml" Id="R7e8b5c6d947c44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c71cab50644a2" /><Relationship Type="http://schemas.openxmlformats.org/officeDocument/2006/relationships/notesSlide" Target="/ppt/notesSlides/notesSlide6.xml" Id="R531dd9178e5f4a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79b30be1c45d9" /><Relationship Type="http://schemas.openxmlformats.org/officeDocument/2006/relationships/notesSlide" Target="/ppt/notesSlides/notesSlide7.xml" Id="Rb69014a3ce0b4e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009BC-C1C6-4655-BFB8-A38133A2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9BAFC-E754-4EF7-BDFD-C04AF240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Бизнес.Пульс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7A298-95BC-4009-AEAE-4B5B51E4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Учебный проект по управлению программными проектами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69DED-6792-48E2-9DCD-94CCAD7C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DC396-FDEA-4F56-81D4-57923B48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Бизнес.Пульс  ·  учебный проект  ·  сентябрь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1DD55-3309-44D7-A011-FB25F623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63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63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6EFA5-7D7E-4AB7-92BC-C101B8A5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262"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Разработка системы мониторинга и прогнозирования денежных потоков малого бизнеса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FCAFB-920B-4BEC-97FE-8A583BFD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57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От выписки к понятной картине бизнеса: динамика, прогноз и советы.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188DD-ACDB-450C-A78A-0257AE7A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4429125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BF6DA-04C0-4D79-96B8-AFA15160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958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 из трёх студентов · 150 часов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449b901024295"/>
          <a:stretch xmlns:a="http://schemas.openxmlformats.org/drawingml/2006/main"/>
        </p:blipFill>
        <p:spPr>
          <a:xfrm xmlns:a="http://schemas.openxmlformats.org/drawingml/2006/main">
            <a:off x="6619875" y="1837765"/>
            <a:ext cx="4953000" cy="32777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183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ABA58-89D1-4DC2-968E-889A2639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9CCC8-4096-4353-860F-17870D05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Задача и границы продукта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1F16C-34EE-4BD1-91ED-8FFF5BA4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Для владельца малого бизнеса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E453C-9A62-4093-B055-C1CDDBC4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AC7E1-C5D4-4D12-B8A3-D4B40B6D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Бизнес.Пульс  ·  учебный проект  ·  сентябрь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AEEC4-299A-4D89-9075-5C09137C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63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63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0AB05-FC5B-49BB-BC01-EEEA691E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71850" cy="32575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7CAA2-6CA9-4E8B-BE92-3AB6B59D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667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3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930C4-A203-4014-A1D5-1B87A479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2405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33566-AFAF-4C59-BE40-F1DED494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90775"/>
            <a:ext cx="28956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Операции и расходы приходится сводить вручную. Падение поступлений и риск кассового разрыва замечают поздно.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48DB0-0069-4653-91EE-421051AF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52600"/>
            <a:ext cx="3371850" cy="32575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AA9FB-681D-4D5F-A6BC-2A3CC2C6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52600"/>
            <a:ext cx="6667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1D59B-674B-4494-A8E5-B5EA5C37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2405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81789-14B0-4CA9-BA72-551F5982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90775"/>
            <a:ext cx="28956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Загрузить CSV, увидеть метрики и динамику, получить прогноз на 14 дней и рекомендации.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10C50-3E83-4648-BE4F-54B9A2F0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371850" cy="32575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5EE03-7243-4DEE-8B40-305BC566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6667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87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433DB-A0B1-426F-8334-4C9D8C4B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92405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Граница 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0FAE4-4D7C-4938-93B6-1BCF4551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390775"/>
            <a:ext cx="28956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Номер счёта хранится как метаданные. Для прямого банковского API нужны авторизация и адаптер конкретного банка.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5E9CF-39F6-4DE3-97B3-C96CC7DF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Система работает с данными счёта любого банка через единый CSV-формат.</a:t>
            </a:r>
          </a:p>
        </p:txBody>
      </p:sp>
    </p:spTree>
    <p:extLst>
      <p:ext uri="{BB962C8B-B14F-4D97-AF65-F5344CB8AC3E}">
        <p14:creationId xmlns:p14="http://schemas.microsoft.com/office/powerpoint/2010/main" val="2039692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9642D-F359-41E9-8431-0D42349E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CD226-6F43-4A77-9ECE-5782518C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Как работает система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9AC3E-301D-4CE1-B3EF-27C6FD3E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Путь данных от файла к решению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5D290-6373-4A54-B571-F73D571F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F78A4-107B-41C3-BF3A-AFC0BDA5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Бизнес.Пульс  ·  учебный проект  ·  сентябрь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64768-9EE0-4F83-9126-F0453527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63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63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AF381-2855-4074-BAAE-6577606D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90725"/>
            <a:ext cx="26479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CC78A-CF99-4F6B-BC0B-BCD7BB3B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90725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5A2EB-6DB2-4C4F-B4DD-B75AD424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217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1 · Данные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65141-4DD4-4EC7-9EC0-DC57B0E0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171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Личный CSV / админский импорт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3FFC4-7240-46DE-97AC-0E6A8B7F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8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F6B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2589B-797D-4E43-87DD-8AB81144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90725"/>
            <a:ext cx="26479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3217C-7590-4D34-AF66-D8F99693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90725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87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2563E-2E82-4292-BC8C-D38A32F2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62175"/>
            <a:ext cx="217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2 · Сервер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3CF24-4944-4387-87E2-6084092E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28900"/>
            <a:ext cx="2171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Go API · валидация · 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CE707-79AE-4F44-883E-78D8517A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575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8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F6B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50217-DFF0-450E-8F0E-537032EA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90725"/>
            <a:ext cx="26479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42E34-55D7-4E0B-9D95-411FE97D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90725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3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2FDF2-54DD-4A7F-B615-B4EC54F9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62175"/>
            <a:ext cx="217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3 · Аналитика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3E6C3-C882-4777-91B5-0F595F6D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28900"/>
            <a:ext cx="2171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Метрики · индекс · прогноз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F901D-7553-4D18-9135-0D4D64EB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575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358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F6B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CBB64-A554-432B-9D29-367FD47F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990725"/>
            <a:ext cx="26479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F8298-8AB2-44E3-9DC8-60A93495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990725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3B141-8293-4E51-88E4-CA15DE9D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62175"/>
            <a:ext cx="217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4 · Интерфейс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7E139-970F-4EC7-9775-953601F9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28900"/>
            <a:ext cx="2171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Дашборд · советы · отчёт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011BDC-CD2F-4B55-A49F-7488ED38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Дополнительно: Python/Prophet с резервным Go-прогнозом, Telegram-уведомления и опциональный LLM API.</a:t>
            </a:r>
          </a:p>
        </p:txBody>
      </p:sp>
    </p:spTree>
    <p:extLst>
      <p:ext uri="{BB962C8B-B14F-4D97-AF65-F5344CB8AC3E}">
        <p14:creationId xmlns:p14="http://schemas.microsoft.com/office/powerpoint/2010/main" val="1684916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B4FF0-45D0-4249-8BBD-ABFCF71E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A021D-C4D9-4743-9F42-3F6531CD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Данные и ежедневный обзор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54D34-5C5C-4DD5-960C-5BA9B4B0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Скриншоты работающего локального стенда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C8BAE-C2BB-4CC6-8777-59B14B5E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148FA-319C-43AF-982E-05FC84F8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Бизнес.Пульс  ·  учебный проект  ·  сентябрь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B905D-14D3-4DF8-BC18-4C470C83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63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63B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69a0e4c4e4c28"/>
          <a:stretch xmlns:a="http://schemas.openxmlformats.org/drawingml/2006/main"/>
        </p:blipFill>
        <p:spPr>
          <a:xfrm xmlns:a="http://schemas.openxmlformats.org/drawingml/2006/main">
            <a:off x="552450" y="1872083"/>
            <a:ext cx="5353050" cy="354246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82b20fd4d4558"/>
          <a:stretch xmlns:a="http://schemas.openxmlformats.org/drawingml/2006/main"/>
        </p:blipFill>
        <p:spPr>
          <a:xfrm xmlns:a="http://schemas.openxmlformats.org/drawingml/2006/main">
            <a:off x="6219825" y="1872083"/>
            <a:ext cx="5353050" cy="354246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D906C-F7EC-47D1-9043-10F329D9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Загрузка операций и данные счёта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884FE-7AA0-4788-A6DF-6323CDB8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5785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Состояние бизнеса и прогноз</a:t>
            </a:r>
          </a:p>
        </p:txBody>
      </p:sp>
    </p:spTree>
    <p:extLst>
      <p:ext uri="{BB962C8B-B14F-4D97-AF65-F5344CB8AC3E}">
        <p14:creationId xmlns:p14="http://schemas.microsoft.com/office/powerpoint/2010/main" val="14822473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E265A-9C27-4C7E-AFB1-CD1DC91D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97272-1B07-4670-8A8B-65C56A22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Аналитика и рекомендации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05101-86C8-4877-9112-78DF4A25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Расчёты отделены от генеративного текста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3898F-115B-40B2-A76B-5A6AB994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3C78A-36AC-414D-8F56-41706056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Бизнес.Пульс  ·  учебный проект  ·  сентябрь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6BD84-CBF0-4DAB-A051-BD71781C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63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63B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3dcbda68f4f28"/>
          <a:stretch xmlns:a="http://schemas.openxmlformats.org/drawingml/2006/main"/>
        </p:blipFill>
        <p:spPr>
          <a:xfrm xmlns:a="http://schemas.openxmlformats.org/drawingml/2006/main">
            <a:off x="533400" y="1792731"/>
            <a:ext cx="5362575" cy="3548763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f9f2e909f4cbb"/>
          <a:stretch xmlns:a="http://schemas.openxmlformats.org/drawingml/2006/main"/>
        </p:blipFill>
        <p:spPr>
          <a:xfrm xmlns:a="http://schemas.openxmlformats.org/drawingml/2006/main">
            <a:off x="6257925" y="1795883"/>
            <a:ext cx="5353050" cy="354246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F5C0B-0CD7-4C09-B0BF-F3A4B2D8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24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Графики, операции, экспорт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1F80B-C338-4D4F-B47D-538CFF68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Правила; AI при настроенном API</a:t>
            </a:r>
          </a:p>
        </p:txBody>
      </p:sp>
    </p:spTree>
    <p:extLst>
      <p:ext uri="{BB962C8B-B14F-4D97-AF65-F5344CB8AC3E}">
        <p14:creationId xmlns:p14="http://schemas.microsoft.com/office/powerpoint/2010/main" val="1679053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1CAF2-1555-4763-9422-63FD50FB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5DFC2-8318-4FA8-BA52-4FFFCA4F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Команда и календарный план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2657B-452B-47D5-AA34-86D9E119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Роли равноценны по общей нагрузке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EFE37-81CD-40A5-9CCF-9EE21078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724FA-7479-485F-AA91-4008D339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Бизнес.Пульс  ·  учебный проект  ·  сентябрь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A6747-C02B-40A0-94CB-CED4A63B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63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63B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4FE00-D448-4FCF-961D-0CE5E6D6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71850" cy="28194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C9146-1156-4726-92D0-2FD7DACE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0BEBD-57FA-4E99-B42C-798852F1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2405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Студент 1 · 50 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F9A04-FE43-4F22-8B46-7983E9A9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90775"/>
            <a:ext cx="28956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Backend: данные, миграции, CSV, личный импорт. QA импорта и API — 8 ч.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01B24-D372-4EB2-BD29-0B161C66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52600"/>
            <a:ext cx="3371850" cy="28194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66D34-060E-482E-9AC3-3AD102E5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526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87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7401C-FDA8-4F07-8CCC-9CF1394F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2405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Студент 2 · 50 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2E37D-0C94-466B-AAFE-6AA67747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90775"/>
            <a:ext cx="28956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Backend: метрики, прогноз, LLM и Telegram. QA расчётов и API — 8 ч.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B91BB-51FC-4E27-A415-E341F0AF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371850" cy="28194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5FB17-5D9E-4542-9E08-7452EA8F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3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6C8E4-597D-4B20-A5B1-49E7FD6F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92405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Студент 3 · 50 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829F6-4874-419C-BC08-CC5C67A5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390775"/>
            <a:ext cx="28956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Frontend: экраны, навигация, UI QA, инструкция и презентация.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649E0-BFC0-4D9A-AAB4-AFE146A9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01–04.09  требования   →   07–18.09  реализация   →   21–25.09  интеграция   →   28–30.09  QA и сдача</a:t>
            </a:r>
          </a:p>
        </p:txBody>
      </p:sp>
    </p:spTree>
    <p:extLst>
      <p:ext uri="{BB962C8B-B14F-4D97-AF65-F5344CB8AC3E}">
        <p14:creationId xmlns:p14="http://schemas.microsoft.com/office/powerpoint/2010/main" val="1220203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1B9BA-0604-4D2B-BF88-E729D737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6C008-75CE-4ED8-90F3-7C955B00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Что готово и что проверено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5EF0B-8325-4C3D-963E-33F16956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Результат учебного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6E378-6505-4CF0-9E6D-97E5FFE2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EEEC4-B625-4150-8A28-ECE619BD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Бизнес.Пульс  ·  учебный проект  ·  сентябрь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918D5-28F5-4925-B4C3-C162AF1F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63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E63B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FF53A-285D-4E5B-A50F-12723B8D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38750" cy="3667125"/>
          </a:xfrm>
          <a:prstGeom xmlns:a="http://schemas.openxmlformats.org/drawingml/2006/main" prst="roundRect">
            <a:avLst>
              <a:gd name="adj" fmla="val 46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05F37-DBA5-4C2D-9B9C-82629A3A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66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3B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D6FF9-F71D-457C-A96C-077C4F07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859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Доступно в проекте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32476-73C1-4ABB-BCB7-AACAB6E8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52675"/>
            <a:ext cx="47625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Вход, импорт CSV, расходы, аналитика, индекс состояния, прогноз, советы, Telegram-бот, опциональный LLM-клиент, тестовые сценарии.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35F0B-DFF1-4BDD-A867-792ECF6E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286375" cy="3667125"/>
          </a:xfrm>
          <a:prstGeom xmlns:a="http://schemas.openxmlformats.org/drawingml/2006/main" prst="roundRect">
            <a:avLst>
              <a:gd name="adj" fmla="val 46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EFB1E-A0B3-4C22-9043-B02038B8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666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87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BFB36-DD7D-495B-9849-4CDC2027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8595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1B32"/>
                </a:solidFill>
                <a:latin typeface="Arial"/>
                <a:ea typeface="Arial"/>
                <a:cs typeface="Arial"/>
              </a:rPr>
              <a:t>Ограничения и развитие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241EA-B172-4234-B2F1-370CA797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52675"/>
            <a:ext cx="48101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Прямой API банка не подключён. Точность прогноза на реальных данных не валидирована. Следующий шаг — авторизованный адаптер банка и пользовательская проверка.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56BBD-111A-429B-BCF7-8924230A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D"/>
                </a:solidFill>
                <a:latin typeface="Arial"/>
                <a:ea typeface="Arial"/>
                <a:cs typeface="Arial"/>
              </a:rPr>
              <a:t>Проверка: Docker Compose, сборка веб-приложения и автоматические тесты серверной части.</a:t>
            </a:r>
          </a:p>
        </p:txBody>
      </p:sp>
    </p:spTree>
    <p:extLst>
      <p:ext uri="{BB962C8B-B14F-4D97-AF65-F5344CB8AC3E}">
        <p14:creationId xmlns:p14="http://schemas.microsoft.com/office/powerpoint/2010/main" val="709754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2026-10-07T18:07:00.7260000Z</dcterms:created>
  <dcterms:modified xsi:type="dcterms:W3CDTF">2026-10-07T18:07:00.7260000Z</dcterms:modified>
</coreProperties>
</file>